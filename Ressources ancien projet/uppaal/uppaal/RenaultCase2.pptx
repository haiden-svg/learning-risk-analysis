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94"/>
    <p:restoredTop sz="94789"/>
  </p:normalViewPr>
  <p:slideViewPr>
    <p:cSldViewPr snapToGrid="0">
      <p:cViewPr varScale="1">
        <p:scale>
          <a:sx n="110" d="100"/>
          <a:sy n="110" d="100"/>
        </p:scale>
        <p:origin x="208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945F5D-7CD9-51E0-3E4A-0FF6245D0A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5544F0F-2AA0-84EB-62C7-303D59BBE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822A8A8-41BC-78A4-CD03-F97544540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FE6DF-7A1F-3742-850F-A741A4B322B7}" type="datetimeFigureOut">
              <a:rPr lang="fr-FR" smtClean="0"/>
              <a:t>21/01/2023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9B2A19B-62A5-E112-D3AA-1F38A0508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6CC7EE-651F-FE85-DABD-4D28CDD74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9F0D2-84D1-A54F-9624-1539880837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8599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FB24A8-7A1D-1106-5080-C2D4E19FA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D9407F-3B2E-2DF1-4247-A7F96B50B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12901CE-DABF-49BB-4954-22BE50DC0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FE6DF-7A1F-3742-850F-A741A4B322B7}" type="datetimeFigureOut">
              <a:rPr lang="fr-FR" smtClean="0"/>
              <a:t>21/01/2023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48693B-B85E-D6F9-0AA9-3272C1491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365AAA7-CD7D-B0C4-30AB-5DB2AAA22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9F0D2-84D1-A54F-9624-1539880837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982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07DCA9-EA37-0769-E1AA-5AB3F5278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8332C42-9F98-523B-9870-801E539D4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B3A4773-FB6D-1104-BE89-09E7739CA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FE6DF-7A1F-3742-850F-A741A4B322B7}" type="datetimeFigureOut">
              <a:rPr lang="fr-FR" smtClean="0"/>
              <a:t>21/01/2023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F29C852-3205-7AF6-A7F1-FDE3F8D19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22BCBE-A043-32AC-7358-99A6FF77B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9F0D2-84D1-A54F-9624-1539880837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5912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463576-F945-E3FF-1B0E-49E3382B7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B4C741-7DF6-49CC-FF9C-D7F09A566D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BD363F3-47C0-44B1-92A5-BD319982FC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C51BF75-13BC-475D-D18A-7AA080CC0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FE6DF-7A1F-3742-850F-A741A4B322B7}" type="datetimeFigureOut">
              <a:rPr lang="fr-FR" smtClean="0"/>
              <a:t>21/01/2023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83E996E-2B85-EC0C-CD45-B2AF1B5F1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D62964A-E44A-1A50-7871-F896C6B51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9F0D2-84D1-A54F-9624-1539880837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5189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6B1BE5-A77C-B656-9241-9D39BFF03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6C311A7-1509-69E0-C485-421AB1A08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8EE1BA6-03E4-6533-9677-5D2138856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8A73F68-EA41-268E-3686-65725FB14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7BC6FA5-EE71-7B8B-4EFF-30F54096B4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9D6E0B2-23BA-A393-57D6-6F07FFAF5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FE6DF-7A1F-3742-850F-A741A4B322B7}" type="datetimeFigureOut">
              <a:rPr lang="fr-FR" smtClean="0"/>
              <a:t>21/01/2023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9BC8A42-B568-C0A4-E947-853C6F01A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FE4232F-4537-9DC3-9EF0-0E96521D6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9F0D2-84D1-A54F-9624-1539880837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4891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561CFC-02C9-1FED-CFD9-9B3BAA8A5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8524D13-8202-00C9-2471-4E6F52ECD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FE6DF-7A1F-3742-850F-A741A4B322B7}" type="datetimeFigureOut">
              <a:rPr lang="fr-FR" smtClean="0"/>
              <a:t>21/01/2023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BB959FD-07E8-398B-AF32-4DBD93DF3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42E0FCF-F576-C54F-0966-A47923350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9F0D2-84D1-A54F-9624-1539880837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3496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8F0B252-1EFF-B50A-D8DE-1BFDBD476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FE6DF-7A1F-3742-850F-A741A4B322B7}" type="datetimeFigureOut">
              <a:rPr lang="fr-FR" smtClean="0"/>
              <a:t>21/01/2023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20776A7-BD99-B5D0-AEA7-63481D53C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BEF6EE5-BD2C-9132-85ED-D32C41D50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9F0D2-84D1-A54F-9624-1539880837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5927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1B025D-54F4-807D-93EC-3EC9A3530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57A609-BDD2-3D61-9B84-97ADB36C6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C454AE7-7865-9825-CC85-479294366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2C755FE-2208-71DA-3237-411D83299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FE6DF-7A1F-3742-850F-A741A4B322B7}" type="datetimeFigureOut">
              <a:rPr lang="fr-FR" smtClean="0"/>
              <a:t>21/01/2023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F680B55-2DB1-61DE-AD9E-6E95EDB5D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44981A8-FEDF-F529-2EBE-C383BE47E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9F0D2-84D1-A54F-9624-1539880837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3747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AB0094-08F2-4B7A-FA00-9AA168016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BC55E41-3A9F-3A62-BF01-9ACBE46F09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DAA8AD4-6E7A-3700-4698-294EDF4E6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755C861-46FE-CC5B-05DF-398F308B6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FE6DF-7A1F-3742-850F-A741A4B322B7}" type="datetimeFigureOut">
              <a:rPr lang="fr-FR" smtClean="0"/>
              <a:t>21/01/2023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8711B70-44CF-A688-C0FD-821838AF4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A218DEA-9B02-1585-F0F1-948E15C03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9F0D2-84D1-A54F-9624-1539880837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9310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98BD63-14FD-AABE-A1EE-E845ED675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3273014-4F08-7372-FCD9-0698DF0B8C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43E095-57F4-B6DC-F030-A0937E57D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FE6DF-7A1F-3742-850F-A741A4B322B7}" type="datetimeFigureOut">
              <a:rPr lang="fr-FR" smtClean="0"/>
              <a:t>21/01/2023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237EDBB-4352-E50B-4194-B776B33B5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A5DD8C1-D359-84EE-E635-BCE36F4E9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9F0D2-84D1-A54F-9624-1539880837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1275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2EF8F14-0D30-C243-3831-BB9EE38273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6CB2A88-8D19-5E21-B672-17F110DD52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C4B657A-D881-FE26-4956-35FEAFF34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FE6DF-7A1F-3742-850F-A741A4B322B7}" type="datetimeFigureOut">
              <a:rPr lang="fr-FR" smtClean="0"/>
              <a:t>21/01/2023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2E6FC88-7BF1-DCD5-9DC2-5D6F451E1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7B61D67-BE35-6113-47F0-DAB13B32E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9F0D2-84D1-A54F-9624-1539880837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360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6957B0A-38E1-9D9E-A84A-5F3E595F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1685340-87A4-276F-B73A-D92A48B6C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7EAE7B2-5256-620E-7448-A45BF11B30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9FE6DF-7A1F-3742-850F-A741A4B322B7}" type="datetimeFigureOut">
              <a:rPr lang="fr-FR" smtClean="0"/>
              <a:t>21/01/2023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BEC6B2A-7C69-F082-687C-EED31F08AF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9FCF19-0D00-65D7-D490-35B5D105D7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B9F0D2-84D1-A54F-9624-15398808379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2595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465B2B8F-B023-3585-151E-7444F54EF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002" y="389130"/>
            <a:ext cx="9045298" cy="5875578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71DF982C-E4D3-A6B1-40DA-CDFC1D2185BB}"/>
              </a:ext>
            </a:extLst>
          </p:cNvPr>
          <p:cNvSpPr/>
          <p:nvPr/>
        </p:nvSpPr>
        <p:spPr>
          <a:xfrm>
            <a:off x="9705766" y="5094217"/>
            <a:ext cx="220980" cy="220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36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2E20A1AA-A9AD-37C4-8F3C-041CC59C51AA}"/>
              </a:ext>
            </a:extLst>
          </p:cNvPr>
          <p:cNvSpPr/>
          <p:nvPr/>
        </p:nvSpPr>
        <p:spPr>
          <a:xfrm>
            <a:off x="3735829" y="5807271"/>
            <a:ext cx="220980" cy="220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17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540D6DD2-E4A8-C6C5-2F31-78F756ED5CC8}"/>
              </a:ext>
            </a:extLst>
          </p:cNvPr>
          <p:cNvSpPr/>
          <p:nvPr/>
        </p:nvSpPr>
        <p:spPr>
          <a:xfrm>
            <a:off x="2255965" y="1362086"/>
            <a:ext cx="220980" cy="220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20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E8AE8FEB-6C8F-1B70-B14B-F750B7F1AAF3}"/>
              </a:ext>
            </a:extLst>
          </p:cNvPr>
          <p:cNvSpPr/>
          <p:nvPr/>
        </p:nvSpPr>
        <p:spPr>
          <a:xfrm>
            <a:off x="6727848" y="2096275"/>
            <a:ext cx="220980" cy="220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23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002B7868-4E0E-76C1-7318-723DB91AC917}"/>
              </a:ext>
            </a:extLst>
          </p:cNvPr>
          <p:cNvSpPr/>
          <p:nvPr/>
        </p:nvSpPr>
        <p:spPr>
          <a:xfrm>
            <a:off x="3735829" y="2096275"/>
            <a:ext cx="220980" cy="220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32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E2FC3499-078A-7A40-2BAF-C5A4CF7BD547}"/>
              </a:ext>
            </a:extLst>
          </p:cNvPr>
          <p:cNvSpPr/>
          <p:nvPr/>
        </p:nvSpPr>
        <p:spPr>
          <a:xfrm>
            <a:off x="6727848" y="2930582"/>
            <a:ext cx="220980" cy="220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24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D3F6F25A-5F4E-0706-977F-C4F3D72A6839}"/>
              </a:ext>
            </a:extLst>
          </p:cNvPr>
          <p:cNvSpPr/>
          <p:nvPr/>
        </p:nvSpPr>
        <p:spPr>
          <a:xfrm>
            <a:off x="5241850" y="2096275"/>
            <a:ext cx="220980" cy="220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12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13B60C62-6248-DEED-174D-FE64471DDD30}"/>
              </a:ext>
            </a:extLst>
          </p:cNvPr>
          <p:cNvSpPr/>
          <p:nvPr/>
        </p:nvSpPr>
        <p:spPr>
          <a:xfrm>
            <a:off x="3004315" y="2096275"/>
            <a:ext cx="220980" cy="220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26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D7B06F2C-B0CE-6FAF-A153-7B8AC81DA6DF}"/>
              </a:ext>
            </a:extLst>
          </p:cNvPr>
          <p:cNvSpPr/>
          <p:nvPr/>
        </p:nvSpPr>
        <p:spPr>
          <a:xfrm>
            <a:off x="5241850" y="5807271"/>
            <a:ext cx="220980" cy="220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29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74AC4FE6-D6FD-A8EE-D586-17E16DA0F451}"/>
              </a:ext>
            </a:extLst>
          </p:cNvPr>
          <p:cNvSpPr/>
          <p:nvPr/>
        </p:nvSpPr>
        <p:spPr>
          <a:xfrm>
            <a:off x="5241850" y="5094217"/>
            <a:ext cx="220980" cy="220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34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38EAFD30-0EDD-57AB-A168-AA43678CABBA}"/>
              </a:ext>
            </a:extLst>
          </p:cNvPr>
          <p:cNvSpPr/>
          <p:nvPr/>
        </p:nvSpPr>
        <p:spPr>
          <a:xfrm>
            <a:off x="5966514" y="5807271"/>
            <a:ext cx="220980" cy="220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6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58D05B55-9BDA-C99A-B220-5E67549AF0EA}"/>
              </a:ext>
            </a:extLst>
          </p:cNvPr>
          <p:cNvSpPr/>
          <p:nvPr/>
        </p:nvSpPr>
        <p:spPr>
          <a:xfrm>
            <a:off x="5241850" y="3595246"/>
            <a:ext cx="220980" cy="220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11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72FD0B9A-7C8A-BCCE-8871-F51209F053F2}"/>
              </a:ext>
            </a:extLst>
          </p:cNvPr>
          <p:cNvSpPr/>
          <p:nvPr/>
        </p:nvSpPr>
        <p:spPr>
          <a:xfrm>
            <a:off x="8191419" y="5807271"/>
            <a:ext cx="220980" cy="220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28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20109999-F68E-FE51-6FB3-1267A0B3A3FD}"/>
              </a:ext>
            </a:extLst>
          </p:cNvPr>
          <p:cNvSpPr/>
          <p:nvPr/>
        </p:nvSpPr>
        <p:spPr>
          <a:xfrm>
            <a:off x="3004315" y="1362086"/>
            <a:ext cx="220980" cy="220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27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C5F47DD1-7D29-7B37-A11A-45540AFA698E}"/>
              </a:ext>
            </a:extLst>
          </p:cNvPr>
          <p:cNvSpPr/>
          <p:nvPr/>
        </p:nvSpPr>
        <p:spPr>
          <a:xfrm>
            <a:off x="3004315" y="3595246"/>
            <a:ext cx="220980" cy="220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15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D79BE7A7-BAAC-41F3-A904-5FC0F75288AA}"/>
              </a:ext>
            </a:extLst>
          </p:cNvPr>
          <p:cNvSpPr/>
          <p:nvPr/>
        </p:nvSpPr>
        <p:spPr>
          <a:xfrm>
            <a:off x="8191419" y="5094217"/>
            <a:ext cx="220980" cy="220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5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CEA1A1E2-14F4-2C3A-9BB6-67AF1F7DFF8D}"/>
              </a:ext>
            </a:extLst>
          </p:cNvPr>
          <p:cNvSpPr/>
          <p:nvPr/>
        </p:nvSpPr>
        <p:spPr>
          <a:xfrm>
            <a:off x="2262234" y="3595246"/>
            <a:ext cx="220980" cy="220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21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B7EBAFD6-2F1A-95C2-0A88-3E75625F5123}"/>
              </a:ext>
            </a:extLst>
          </p:cNvPr>
          <p:cNvSpPr/>
          <p:nvPr/>
        </p:nvSpPr>
        <p:spPr>
          <a:xfrm>
            <a:off x="3735829" y="3595246"/>
            <a:ext cx="220980" cy="220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33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750C57C5-593F-AB9C-F386-BE931B2A67EF}"/>
              </a:ext>
            </a:extLst>
          </p:cNvPr>
          <p:cNvSpPr/>
          <p:nvPr/>
        </p:nvSpPr>
        <p:spPr>
          <a:xfrm>
            <a:off x="3738019" y="5094217"/>
            <a:ext cx="220980" cy="220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16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1519ADA0-8DC7-39F3-385A-DF793FDEE3DA}"/>
              </a:ext>
            </a:extLst>
          </p:cNvPr>
          <p:cNvSpPr/>
          <p:nvPr/>
        </p:nvSpPr>
        <p:spPr>
          <a:xfrm>
            <a:off x="8196230" y="4381163"/>
            <a:ext cx="220980" cy="220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4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AD542B01-20A0-D035-4779-60E41BA595EA}"/>
              </a:ext>
            </a:extLst>
          </p:cNvPr>
          <p:cNvSpPr/>
          <p:nvPr/>
        </p:nvSpPr>
        <p:spPr>
          <a:xfrm>
            <a:off x="3004315" y="2930582"/>
            <a:ext cx="220980" cy="220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22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7463B64B-325F-4DFB-5027-FD7024F89D71}"/>
              </a:ext>
            </a:extLst>
          </p:cNvPr>
          <p:cNvSpPr/>
          <p:nvPr/>
        </p:nvSpPr>
        <p:spPr>
          <a:xfrm>
            <a:off x="6727443" y="1362086"/>
            <a:ext cx="220980" cy="220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25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DA5CF6EE-6AB1-616A-EA05-C57E3EFB1630}"/>
              </a:ext>
            </a:extLst>
          </p:cNvPr>
          <p:cNvSpPr/>
          <p:nvPr/>
        </p:nvSpPr>
        <p:spPr>
          <a:xfrm>
            <a:off x="5966514" y="1362086"/>
            <a:ext cx="220980" cy="220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2</a:t>
            </a: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37CBBDF0-11F6-8A8B-4FE4-9E31D3C0E45F}"/>
              </a:ext>
            </a:extLst>
          </p:cNvPr>
          <p:cNvSpPr/>
          <p:nvPr/>
        </p:nvSpPr>
        <p:spPr>
          <a:xfrm>
            <a:off x="5966514" y="3595246"/>
            <a:ext cx="220980" cy="220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13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A3479421-835B-D5F8-4D57-C5FF92AEC6DB}"/>
              </a:ext>
            </a:extLst>
          </p:cNvPr>
          <p:cNvSpPr/>
          <p:nvPr/>
        </p:nvSpPr>
        <p:spPr>
          <a:xfrm>
            <a:off x="5985510" y="2930582"/>
            <a:ext cx="220980" cy="220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3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9FC7A1B6-2100-682B-9E59-F01246313604}"/>
              </a:ext>
            </a:extLst>
          </p:cNvPr>
          <p:cNvSpPr/>
          <p:nvPr/>
        </p:nvSpPr>
        <p:spPr>
          <a:xfrm>
            <a:off x="5241850" y="2930582"/>
            <a:ext cx="220980" cy="220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14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2BFE50D8-764C-38FD-54C9-FA95ADE184F6}"/>
              </a:ext>
            </a:extLst>
          </p:cNvPr>
          <p:cNvSpPr/>
          <p:nvPr/>
        </p:nvSpPr>
        <p:spPr>
          <a:xfrm>
            <a:off x="5966514" y="5094217"/>
            <a:ext cx="220980" cy="220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7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8E101A27-0570-1BE1-A00E-50304257E56F}"/>
              </a:ext>
            </a:extLst>
          </p:cNvPr>
          <p:cNvSpPr/>
          <p:nvPr/>
        </p:nvSpPr>
        <p:spPr>
          <a:xfrm>
            <a:off x="3735829" y="4381163"/>
            <a:ext cx="220980" cy="220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18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B7012C2F-1C1B-9DBA-29C8-12AAB283319D}"/>
              </a:ext>
            </a:extLst>
          </p:cNvPr>
          <p:cNvSpPr/>
          <p:nvPr/>
        </p:nvSpPr>
        <p:spPr>
          <a:xfrm>
            <a:off x="8197688" y="1362086"/>
            <a:ext cx="220980" cy="220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10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69E5B088-DBAE-5767-780B-C94AB92399B3}"/>
              </a:ext>
            </a:extLst>
          </p:cNvPr>
          <p:cNvSpPr/>
          <p:nvPr/>
        </p:nvSpPr>
        <p:spPr>
          <a:xfrm>
            <a:off x="8917068" y="2096275"/>
            <a:ext cx="220980" cy="220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8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08C7C60A-BA06-DD72-65DC-05FAB16946D5}"/>
              </a:ext>
            </a:extLst>
          </p:cNvPr>
          <p:cNvSpPr/>
          <p:nvPr/>
        </p:nvSpPr>
        <p:spPr>
          <a:xfrm>
            <a:off x="8917068" y="1362086"/>
            <a:ext cx="220980" cy="220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9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AC6B866C-A610-F7AC-273D-9BDBC25124BD}"/>
              </a:ext>
            </a:extLst>
          </p:cNvPr>
          <p:cNvSpPr/>
          <p:nvPr/>
        </p:nvSpPr>
        <p:spPr>
          <a:xfrm>
            <a:off x="5967286" y="2096275"/>
            <a:ext cx="220980" cy="220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1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40236072-2568-9688-15BD-E1E1258BB906}"/>
              </a:ext>
            </a:extLst>
          </p:cNvPr>
          <p:cNvSpPr/>
          <p:nvPr/>
        </p:nvSpPr>
        <p:spPr>
          <a:xfrm>
            <a:off x="2262234" y="2096275"/>
            <a:ext cx="220980" cy="220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19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A9A15E5D-F267-AC85-3BFD-A5A6B866A6F3}"/>
              </a:ext>
            </a:extLst>
          </p:cNvPr>
          <p:cNvSpPr/>
          <p:nvPr/>
        </p:nvSpPr>
        <p:spPr>
          <a:xfrm>
            <a:off x="3735829" y="1362086"/>
            <a:ext cx="220980" cy="220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30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11C051E7-6DF7-EF05-649A-6EDBC23A76D6}"/>
              </a:ext>
            </a:extLst>
          </p:cNvPr>
          <p:cNvSpPr/>
          <p:nvPr/>
        </p:nvSpPr>
        <p:spPr>
          <a:xfrm>
            <a:off x="3735829" y="2930582"/>
            <a:ext cx="220980" cy="220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31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AF2F5017-1C1C-E540-27AC-3F1AA61CA098}"/>
              </a:ext>
            </a:extLst>
          </p:cNvPr>
          <p:cNvSpPr/>
          <p:nvPr/>
        </p:nvSpPr>
        <p:spPr>
          <a:xfrm>
            <a:off x="5239986" y="1362086"/>
            <a:ext cx="220980" cy="220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0</a:t>
            </a: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98DF5B33-2180-9A8F-ED54-E64773A8E408}"/>
              </a:ext>
            </a:extLst>
          </p:cNvPr>
          <p:cNvSpPr/>
          <p:nvPr/>
        </p:nvSpPr>
        <p:spPr>
          <a:xfrm>
            <a:off x="5239986" y="4381163"/>
            <a:ext cx="220980" cy="2209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fr-FR" sz="1200" dirty="0"/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275450325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1607</TotalTime>
  <Words>37</Words>
  <Application>Microsoft Macintosh PowerPoint</Application>
  <PresentationFormat>Grand écran</PresentationFormat>
  <Paragraphs>37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Guillaume Hutzler</dc:creator>
  <cp:lastModifiedBy>Guillaume Hutzler</cp:lastModifiedBy>
  <cp:revision>13</cp:revision>
  <dcterms:created xsi:type="dcterms:W3CDTF">2023-01-17T08:48:00Z</dcterms:created>
  <dcterms:modified xsi:type="dcterms:W3CDTF">2023-01-21T14:14:21Z</dcterms:modified>
</cp:coreProperties>
</file>